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>
                <a:solidFill>
                  <a:srgbClr val="4E5B3A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96012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2588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E1D6"/>
                </a:solidFill>
                <a:latin typeface="Calibri"/>
              </a:rPr>
              <a:t>SCHOOL CHILD MONITORING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One platform.
Many schools.
One unified parent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6E1D6"/>
                </a:solidFill>
                <a:latin typeface="Calibri"/>
              </a:rPr>
              <a:t>Multi-tenant SaaS for K-12 schools — students, attendance, marks, fees, HR &amp; payroll, WhatsApp/Telegram alerts in 8 languages.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E1D6"/>
                </a:solidFill>
                <a:latin typeface="Calibri"/>
              </a:rPr>
              <a:t>Product demo  ·  Version 1.18.1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WHY SCMS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Built for the realities of running a school.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Strict 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C6656"/>
                </a:solidFill>
                <a:latin typeface="Calibri"/>
              </a:rPr>
              <a:t>6 roles, every endpoint scoped. No teacher sees another teacher's class. No parent sees another child.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116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488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FREE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C6656"/>
                </a:solidFill>
                <a:latin typeface="Calibri"/>
              </a:rPr>
              <a:t>Meta WhatsApp Cloud API (1000 free/month) + Telegram Bot (truly free, unlimited) before falling back to paid Twilio.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8288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20116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1488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8 Indian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51460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C6656"/>
                </a:solidFill>
                <a:latin typeface="Calibri"/>
              </a:rPr>
              <a:t>Templates baked into the backend. Per-parent override beats the school default.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Per-tenant DBs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C6656"/>
                </a:solidFill>
                <a:latin typeface="Calibri"/>
              </a:rPr>
              <a:t>Each school's operational data physically lives in `scms_db_school_&lt;code&gt;` — clean billing, clean backups, clean GDPR boundary.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38328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03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Production hardened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C6656"/>
                </a:solidFill>
                <a:latin typeface="Calibri"/>
              </a:rPr>
              <a:t>283 backend pytests, audit log on every important state change, JWT brute-force throttle, idempotent seeds.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38328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56616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703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Docker one-liner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06908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C6656"/>
                </a:solidFill>
                <a:latin typeface="Calibri"/>
              </a:rPr>
              <a:t>`docker compose up --build` brings up Mongo + FastAPI + React with a seeded demo school.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ROLES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Six personas. Zero overlap.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09728" cy="1874519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E5B3A"/>
                </a:solidFill>
                <a:latin typeface="Calibri"/>
              </a:rPr>
              <a:t>Platform 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29184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Onboards new schools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Approves subscription requests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Compliance +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109728" cy="1874519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4553A"/>
                </a:solidFill>
                <a:latin typeface="Calibri"/>
              </a:rPr>
              <a:t>School Super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468880"/>
            <a:ext cx="329184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Full school control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HR, payroll, finance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Subscription + branding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82880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828800"/>
            <a:ext cx="109728" cy="1874519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F7A4F"/>
                </a:solidFill>
                <a:latin typeface="Calibri"/>
              </a:rPr>
              <a:t>Teacher / Class 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468880"/>
            <a:ext cx="329184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Attendance + marks for own classes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Reimbursement requests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Cannot see other classes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67911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67911"/>
            <a:ext cx="109728" cy="1874519"/>
          </a:xfrm>
          <a:prstGeom prst="rect">
            <a:avLst/>
          </a:prstGeom>
          <a:solidFill>
            <a:srgbClr val="C7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0791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79A3A"/>
                </a:solidFill>
                <a:latin typeface="Calibri"/>
              </a:rPr>
              <a:t>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07991"/>
            <a:ext cx="329184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Fees, payments, expenses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View payroll PDF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No academic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867911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867911"/>
            <a:ext cx="109728" cy="1874519"/>
          </a:xfrm>
          <a:prstGeom prst="rect">
            <a:avLst/>
          </a:prstGeom>
          <a:solidFill>
            <a:srgbClr val="5C6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050791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C6656"/>
                </a:solidFill>
                <a:latin typeface="Calibri"/>
              </a:rPr>
              <a:t>Parent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07991"/>
            <a:ext cx="329184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C6656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Only own child's record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5C6656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WhatsApp / Telegram digests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5C6656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Pay fees, download receipts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867911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3867911"/>
            <a:ext cx="109728" cy="1874519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050791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04040"/>
                </a:solidFill>
                <a:latin typeface="Calibri"/>
              </a:rPr>
              <a:t>Student (planned)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507991"/>
            <a:ext cx="329184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Analytics on own record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Backlog item — coming soon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React + FastAPI + Per-tenant MongoDB.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F3E2E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0175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React 18 + Tailwind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Phosphor icons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Recharts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Axios (httpOnly cookie)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Role-scoped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0116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F3E2E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30175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FastAPI + Motor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JWT (bcrypt + brute-force)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ReportLab PDFs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APScheduler crons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29+ route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20116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F3E2E"/>
                </a:solidFill>
                <a:latin typeface="Calibri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30175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Master DB: scms_db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Per-school DB: scms_db_school_&lt;code&gt;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31 tenant collections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Audit dual-write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Idempotent migrations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6177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External services (opt-in, all free-first)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656"/>
                </a:solidFill>
                <a:latin typeface="Calibri"/>
              </a:rPr>
              <a:t>Meta WhatsApp Cloud · Twilio fallback · Telegram Bot · SMTP (Gmail/SES/SendGrid/Mailgun) · Azure Blob (planned) · Stripe/Razorpay (planned)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Single Super Admin · Tenant per school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One Platform Super Admin (env-driven). One School Super Admin per school. Zero ambiguity.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E5B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Platform Super Admin is provisioned from ADMIN_EMAIL / ADMIN_PASSWORD on first boot.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Creating a school auto-creates a dedicated MongoDB DB `scms_db_school_&lt;code&gt;` with 31 collections.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Creating a school auto-creates exactly ONE school admin (cannot be created elsewhere).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Single-admin policy is enforced at startup: extra `platform_admin` rows are auto-deactivated.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Login as Platform Super Admin → /platform → 'Add school'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Fill school name, code, admin name/email/password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Switch to the new school admin to verify auto-login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JWT cookies · Brute-force throttle · Wrong-role guard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Strict role-validation on login: even Platform Super Admin must pick the right role in the dropdown.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E5B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httpOnly JWT cookie + refresh token; bcrypt password hashes.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5 failed attempts in 15 min → 15-min lockout per (ip, email).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Picking the wrong role at login returns an error AND clears the cookie (no back-door via direct URL).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Generic error messages — no email enumeration.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Login as Teacher with role=Parent → blocked toast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Then login with role=Teacher → /teacher dashboard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5 wrong passwords → 429 Too Many Attempts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PASSWORD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Telegram OTP — no email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Survives lost passwords without email. 6-digit CSPRNG OTP, bcrypt-hashed, 10-min TTL.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E5B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User clicks 'Forgot password?' on /login.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Backend generates 6-digit OTP, stores ONLY its bcrypt hash, sends plaintext to user's linked Telegram chat.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Verify with email + code + new password. 5 wrong attempts → reset locked.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30-sec cooldown between requests. Generic response — no email enumeration.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/login → Forgot password?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Enter user email → OTP arrives on Telegram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Enter OTP + new password → redirect to 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SCHOOL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Students · Teachers · Classes · Attendance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Everything a principal needs in one console — strictly scoped to their school.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Students: name, photo, parent contact, class, section, UID — manual or Excel bulk upload.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Teachers: subject mapping required; Class Teacher promotion is one click.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Classes &amp; Subjects: school admin can delete; teachers can ADD but not remove.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Attendance: traditional grid OR teacher mobile swipe-card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 → 'View roster' drawer (live tenant counts)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/school/students → add a student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/school/classes → add a section as teacher (no delete buttons visible)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EXAMS &amp;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Per-subject marks · Publish triggers parent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Teachers enter marks per exam; publishing fires a notification per parent in their preferred language.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Exams have date, max marks, type (unit / mid / final).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Marks entry locked to the teacher's assigned subject for that class.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Publish → WhatsApp + Email + Telegram (configured channels) per parent.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Audit log records who published which exam when.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/school/exams → create an exam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/teacher/marks → enter marks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Click Publish → check /school/notifications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Mobile swipe cards · Auto WhatsApp on absent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3 large status buttons per student (Present · Absent · Not in class). Auto parent alert on absent.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Phase 1: pick class/section/date. Phase 2: card-by-card with progress bar. Phase 3: review &amp; submit.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Status options: present · absent · sick · not_in_class.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When status=absent, a notification is queued for the parent (WhatsApp + Telegram).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Sick-leave entry auto-marks attendance=sick for weekdays in the span (no double entry).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/teacher/attendance-cards → walk through 3 phases on a phone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Mark one student absent → /parent/calendar shows it within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Per-class fee structures · PDF receipts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Accounts staff record payments; PDF receipts download from parent portal &amp; analytics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Fee structures per class (tuition, transport, books, etc.).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Payments tracked with mode (cash/UPI/card/transfer), reference, partial/paid/pending status.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Each payment generates a ReportLab PDF receipt at /api/receipts/payment/{id}.pdf.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Per-student academic+fees report PDF for parent download.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/accounts → record a payment for STU-00001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Parent portal → Download receipt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Student Analytics → Download student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SICK LEAVES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Multi-day · Medical cert upload · Recurring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Recurring-illness widget flags students with ≥3 sick leaves in 90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School admin / teacher (own class) / parent (own child) can record.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Cert upload: PDF/image up to 5 MB (data URL in tenant DB).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Auto-attendance: weekdays in the span are marked `sick` (no double entry).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Recurring view groups students by leave count and total days 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/school/sick-leaves → record 5-day flu for STU-00001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Upload certificate → status badge updates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Recurring section shows the top offenders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Risk flags · Donut + line + bar 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Predictive scoring surfaces 'students at risk' on the school admin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Rolling 30-day attendance + marks drop + absolute floor penalties.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Top 5 at-risk students card on /school dashboard with reasons (badges) + click-through.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Student analytics page: attendance donut, marks trend line, fees stacked bar, exam-wise bars.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Parent portal mirrors the same charts for their child.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 dashboard → 'Students at risk' card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Click into a student → full chart page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/parent → same charts for own child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Color-coded holidays + exams · 60-day upcoming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Monthly calendar UI for school admin, teachers, and parents — all roles share the same color coding.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Backend `/api/calendar/events` returns holidays + exams in one call.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Prev / Next / Today nav. Click a date to see all events.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Upcoming-60-days list under the grid for at-a-glance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/school/calendar → flip months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/teacher/calendar → same view scoped to their classes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/parent/calendar → same for parent's 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WHATSAPP / TELEGRAM /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Free-first multi-channel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Meta Cloud API (1000 free/mo) → Twilio fallback → SMTP email → Telegram bot. All multilingual.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F7A4F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8 Indian languages baked in (en, hi, ta, te, kn, mr, bn, gu). Parent override beats school default.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Templates: attendance_absent · marks_published · payment_confirmed · monthly_digest · subscription_renewal.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Webhook handlers ingest Meta delivery statuses + Telegram /start linking.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When no provider is configured, notifications stay `queued` with a clear `delivery_note`.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/school/settings → 'Send test WhatsApp / Telegram / Email'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/school/notifications → log with provider + status per row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Switch language in /school/settings → next alert is in that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7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SUBSCRIPTION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₹30/child/month · ₹300/child/year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Per-child pricing. School admin submits payment, Platform admin confirms.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79A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Live quote computed from tenant DB's active student count.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Monthly = ₹30/child/month · Yearly = ₹300/child/year (≈16% discount).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Workflow: school admin submits payment → status `pending_confirmation` → platform admin Confirm → `subscription` becomes active.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Confirming extends validity from `valid_until` if currently active (so a renewal mid-cycle isn't punished).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7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/school/subscription → submit a monthly payment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/platform/subscriptions → Confirm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Check /school/subscription history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7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SUBSCRIPTION EXPIRY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Auto-block writes after grace · Renewal nudge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402 + structured body when expired. Site-wide banner. 7-day Telegram/WhatsApp nudge.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79A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Middleware blocks POST/PATCH/PUT/DELETE for schools where `valid_until + grace_days &lt; now`.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/api/auth/* and /api/subscriptions/* always stay open so users can pay.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SubscriptionBanner: amber when ≤7 days, red in grace, red+blocked when fully expired.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79A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Cron job at 08:00 IST queues a renewal nudge for any school inside the 7-day window (24h cooldown).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7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platform/subscriptions → set valid_until to T-1 day for a school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Login as that school's admin → red banner + 402 on any write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79A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/api/subscriptions/nudge-renewals → manual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V1.18 · APPROVAL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Lockdown until Platform Super Admin approves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New schools must request approval with a children-count. Until approved, the entire school is HTTP 423 locked except Dashboard + Subscription.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04040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school.subscription_approval.status ∈ {not_started · pending · approved · rejected}.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Sidebar shows ONLY Dashboard + Subscription for non-approved schools.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Allowed endpoints during lockdown: /auth/*, /subscriptions/*, /analytics/school, /people, /db-status.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Legacy schools were auto-migrated to `approved` on startup so nothing breaks.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Platform admin creates a brand new school (no auto_approve)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School admin logs in → red banner + locked sidebar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Submits requested_children_count = 200 → status → pending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Platform admin /platform/subscriptions → Approve → school unlocked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V1.18.1 · EDITABLE COUNT +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School admin can edit at any time · Platform admin sees a separate read-only Compliance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Post-approval, the school admin can update their requested count without re-approval — surfaces in the Compliance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04040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POST /api/subscriptions/approval-request is status-aware: approved → just updates count (status preserved); else → resubmits as pending.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/platform/compliance: live actual student count vs requested/approved with `over_capacity` flag and variance.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5 filter pills + 5 KPI tiles. STRICTLY view-only — no Approve/Reject buttons here.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04040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Used for billing reconciliation and capacity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Login as principal@sunrise.edu → /school/subscription → Edit count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Change 156 → 700, save → status still approved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Switch to platform admin → /platform/compliance → see new requested value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B04040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Filter `over_capacity` to see only schools above their 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V1.17 · HR — NON-TEACHING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Cleaners · Drivers · Security · Cooks · Coaches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Track every paid person on campus — not just teachers — so payroll is one source of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F7A4F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10 role types: cleaner, bus_driver, security, cook, sports_coach, nurse, librarian, lab_assistant, office_assistant, other.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Each row stores monthly_salary, phone, email, joining_date, notes.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Soft delete (is_active=false) — keeps history for payroll audits.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Combined payroll summary: teachers + accounts + non-teaching = monthly + yearly outflow.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/school/staff → 3 KPI tiles (active staff / monthly / yearly)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Add a sports_coach with ₹25,000/mo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Edit, then soft-delete → no longer in active roster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V1.17 · FINANCE —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Direct expenses · Teacher reimbursement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School admin records direct expenses (auto-approved); teachers submit out-of-pocket requests for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F7A4F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Categories: salary · supplies · maintenance · utilities · travel · events · transport · food · stationery · books · other.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Teacher submission → status=pending → admin/accounts decides (approve / reject / mark_paid).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Flag `reimburse_with_salary=true` so it shows up in the next monthly payroll PDF.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Receipt upload (data URL) attached per expense.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/teacher/expenses → submit ₹1,250 'travel' with `reimburse_with_salary`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/school/expenses → approve it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/school/staff → Monthly Payroll PDF includes the reimbursement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V1.18 · MONTHLY PAYROLL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One-click ReportLab PDF — teachers + accounts + staff + reimbursements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Hand a single document to your accountant. Base salary + approved reimbursements + per-section subtotals + grand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F7A4F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GET /api/staff/payroll/monthly-pdf?month=YYYY-MM (defaults to current month).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Sections: Teaching staff · Accounts staff · Non-teaching support staff.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Each row: # · Name · Role/Contact · Base Salary · Reimbursements · Net Payable.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Subtotals per section + branded Grand Total band at the bottom.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F7A4F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RBAC: school_admin + accounts only (teachers 403). Invalid month format → 400.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/school/staff → 'Monthly Payroll PDF' button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Enter 2026-02 → PDF downloads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F7A4F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Open PDF → verify subtotals + grand total + reimbursable expenses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BULK EXCEL UPLOADS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Students · Attendance · Holidays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School admin + teachers (own classes) can upload .xlsx — wrong-section rows are reported, not blocking.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Template download for each entity type — same shape as the API.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Server-side validation: missing fields per row → goes into `errors[]`, valid rows still imported.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Teachers uploading students get a per-row error for any class they don't teach.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Audit log records the upload + the count of imported/failed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/school/uploads → download Students template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Upload a file with 5 valid + 2 invalid rows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Result: 5 imported, 2 in errors[] with 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5C6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Filter + Search + CSV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Every important state change has a row — filter by role/action/resource/date, download UTF-8 CSV with BOM.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C6656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Captures user create/update/delete, student photo upload, exam publish, payment confirm, approval decisions, payroll PDF generation, etc.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School admin sees only their school's events; platform admin sees everything.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Filters: actor_role · action · resource · school_id · date_from/to · free-text · limit.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CSV export keeps filters and opens cleanly in Excel (UTF-8 BOM).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5C6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C6656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/school/audit → filter `action=publish_exam, last 30 days`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5C6656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Click 'Download CSV' → Excel opens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5C6656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/platform/audit → same UI with cross-school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MOBILE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Sidebar collapses · Parent bottom-nav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Built for phones first. Teacher swipe-card attendance shines on a 5-inch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455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Sidebar collapses to a slide-in drawer below 1024px.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Parent Portal has a dedicated bottom navigation bar.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All forms + tables use responsive 1/2/3/4-column grids.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Tested at 390×844 (iPhone 14) — drawer opens/closes correctly.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Resize browser to 400×900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Hamburger menu → drawer slides in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455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/teacher/attendance-cards → big touch buttons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BRANDING &amp; DARK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Per-school logo / color / tagline · localStorage dark toggle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5943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Each school's parent portal feels like THEIR school, not 'SCMS'.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E5B3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/school/settings: upload logo (data URL), set primary color hex, set tagline.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Applied across school admin, teacher, accounts, and parent pages.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Dark mode toggle in the top bar; persisted to localStorage.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Future: per-school custom domain via reverse-proxy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43200"/>
            <a:ext cx="3931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2608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3E2E"/>
                </a:solidFill>
                <a:latin typeface="Calibri"/>
              </a:rPr>
              <a:t>Demo this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520440"/>
            <a:ext cx="3657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/school/settings → upload a logo + set primary color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Login as parent → see new logo + color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4E5B3A"/>
                </a:solidFill>
                <a:latin typeface="Calibri"/>
              </a:rPr>
              <a:t>▎ </a:t>
            </a:r>
            <a:r>
              <a:rPr sz="1100">
                <a:solidFill>
                  <a:srgbClr val="5C6656"/>
                </a:solidFill>
                <a:latin typeface="Calibri"/>
              </a:rPr>
              <a:t>Top bar → toggle dark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Feature 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HANDS-ON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Default credentials (seeded automatically)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291840" cy="457200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920240"/>
            <a:ext cx="4937760" cy="457200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19202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920240"/>
            <a:ext cx="2834640" cy="457200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9202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PASSWORD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alibri"/>
              </a:rPr>
              <a:t>Platform Super 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37744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23774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jagadishchandu789@gmail.com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237744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3774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Manasa@123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329184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346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alibri"/>
              </a:rPr>
              <a:t>School Super Admin (DEMO)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834640"/>
            <a:ext cx="493776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28346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principal@sunrise.edu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834640"/>
            <a:ext cx="283464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8346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School@123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9184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918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alibri"/>
              </a:rPr>
              <a:t>Teacher (Class Teacher)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29184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32918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priya@sunrise.edu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29184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32918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Teacher@123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49040"/>
            <a:ext cx="329184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7490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alibri"/>
              </a:rPr>
              <a:t>Teacher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749040"/>
            <a:ext cx="493776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40" y="37490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rohit@sunrise.edu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749040"/>
            <a:ext cx="283464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7490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Teacher@123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0624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062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alibri"/>
              </a:rPr>
              <a:t>Accounts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420624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7640" y="42062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accounts@sunrise.edu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420624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42062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Accounts@123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63440"/>
            <a:ext cx="329184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6634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alibri"/>
              </a:rPr>
              <a:t>Parent of STU-00001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4663440"/>
            <a:ext cx="493776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77640" y="46634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parent.stu-00001@sunrise.edu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4663440"/>
            <a:ext cx="2834640" cy="457200"/>
          </a:xfrm>
          <a:prstGeom prst="rect">
            <a:avLst/>
          </a:prstGeom>
          <a:solidFill>
            <a:srgbClr val="E6E1D6"/>
          </a:solidFill>
          <a:ln w="6350">
            <a:solidFill>
              <a:srgbClr val="E6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400" y="46634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F3E2E"/>
                </a:solidFill>
                <a:latin typeface="Consolas"/>
              </a:rPr>
              <a:t>Parent@123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656"/>
                </a:solidFill>
                <a:latin typeface="Calibri"/>
              </a:rPr>
              <a:t>Tip: the login form requires explicit role selection from the dropdown — wrong-role attempts are rejected even with valid creds.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656"/>
                </a:solidFill>
                <a:latin typeface="Calibri"/>
              </a:rPr>
              <a:t>Forgot password? Click 'Forgot password?' on the login page → 6-digit OTP delivered to the user's Telegram chat.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Demo creds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Tested. Hardened. Production-ready.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4F7A4F"/>
                </a:solidFill>
                <a:latin typeface="Calibri"/>
              </a:rPr>
              <a:t>283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3172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Backend pytest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97480"/>
            <a:ext cx="306324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656"/>
                </a:solidFill>
                <a:latin typeface="Calibri"/>
              </a:rPr>
              <a:t>Auth · RBAC · CRUD · analytics · subscriptions · audit · PDF receipts · Twilio scaffold · WhatsApp / Telegram / SMTP · Multilingual · Sick leaves · Approval workflow · Payroll PDF ·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4F7A4F"/>
                </a:solidFill>
                <a:latin typeface="Calibri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Tenant collections per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97480"/>
            <a:ext cx="306324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656"/>
                </a:solidFill>
                <a:latin typeface="Calibri"/>
              </a:rPr>
              <a:t>Idempotent schema initialiser. `/api/schools/{id}/db-status` verifies missing collections in real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4F7A4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34340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Indian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709160"/>
            <a:ext cx="306324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656"/>
                </a:solidFill>
                <a:latin typeface="Calibri"/>
              </a:rPr>
              <a:t>5 templates × 8 languages = 40 baked-in entries. Parent override beats school default.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3192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640080" cy="73152"/>
          </a:xfrm>
          <a:prstGeom prst="rect">
            <a:avLst/>
          </a:prstGeom>
          <a:solidFill>
            <a:srgbClr val="4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4F7A4F"/>
                </a:solidFill>
                <a:latin typeface="Calibri"/>
              </a:rPr>
              <a:t>423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4340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F3E2E"/>
                </a:solidFill>
                <a:latin typeface="Calibri"/>
              </a:rPr>
              <a:t>HTTP code on approval lockdown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09160"/>
            <a:ext cx="306324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6656"/>
                </a:solidFill>
                <a:latin typeface="Calibri"/>
              </a:rPr>
              <a:t>Structured body: `{code: approval_pending|approval_required, renew_url}`. Sidebar dynamically hides nav items.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C6656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2F3E2E"/>
                </a:solidFill>
                <a:latin typeface="Calibri"/>
              </a:rPr>
              <a:t>Roadmap (post v1.18.1)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640080" cy="73152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E5B3A"/>
                </a:solidFill>
                <a:latin typeface="Calibri"/>
              </a:rPr>
              <a:t>P1 — next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32918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Stripe / Razorpay automated payments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Alert when school crosses `over_capacity`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E5B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'Send test email' on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148840"/>
            <a:ext cx="640080" cy="73152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4553A"/>
                </a:solidFill>
                <a:latin typeface="Calibri"/>
              </a:rPr>
              <a:t>P2 — 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918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Azure Blob for uploads (photos / certs / PDFs)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Recovery nudges post-expiry (day 1 / 3 / 7)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Auto-deduct reimbursements from next payroll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53A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Per-school WhatsApp template editor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9202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148840"/>
            <a:ext cx="640080" cy="73152"/>
          </a:xfrm>
          <a:prstGeom prst="rect">
            <a:avLst/>
          </a:prstGeom>
          <a:solidFill>
            <a:srgbClr val="5C6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C6656"/>
                </a:solidFill>
                <a:latin typeface="Calibri"/>
              </a:rPr>
              <a:t>P3 — future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788920"/>
            <a:ext cx="32918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React Native mobile shell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Public school directory + admissions inquiry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Voice-to-text attendance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656"/>
                </a:solidFill>
                <a:latin typeface="Calibri"/>
              </a:rPr>
              <a:t>▎ </a:t>
            </a:r>
            <a:r>
              <a:rPr sz="1200">
                <a:solidFill>
                  <a:srgbClr val="2F3E2E"/>
                </a:solidFill>
                <a:latin typeface="Calibri"/>
              </a:rPr>
              <a:t>Student login &amp; analytics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C6656"/>
                </a:solidFill>
                <a:latin typeface="Calibri"/>
              </a:rPr>
              <a:t>Recently shipped: v1.18.1 (editable count + compliance) · v1.18 (approval workflow + payroll PDF) · v1.17 (HR/Finance) · v1.16 (platform drawer) · v1.15 (per-tenant DB authority)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656"/>
                </a:solidFill>
                <a:latin typeface="Calibri"/>
              </a:rPr>
              <a:t>SCMS — School Child Monitoring System  · 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C6656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Run a real school.
Not a spreadsheet farm.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E6E1D6"/>
                </a:solidFill>
                <a:latin typeface="Calibri"/>
              </a:rPr>
              <a:t>Set up in 1 docker command. Onboard a school in 90 seconds.
Two gates, FREE WhatsApp, zero lock-in.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6E1D6"/>
                </a:solidFill>
                <a:latin typeface="Calibri"/>
              </a:rPr>
              <a:t>github.com/your-org/scms  ·  Built with FastAPI + React + MongoDB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